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260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71500" y="7140828"/>
            <a:ext cx="1278890" cy="158750"/>
          </a:xfrm>
          <a:custGeom>
            <a:avLst/>
            <a:gdLst/>
            <a:ahLst/>
            <a:cxnLst/>
            <a:rect l="l" t="t" r="r" b="b"/>
            <a:pathLst>
              <a:path w="1278889" h="158750">
                <a:moveTo>
                  <a:pt x="0" y="158496"/>
                </a:moveTo>
                <a:lnTo>
                  <a:pt x="1278890" y="158496"/>
                </a:lnTo>
                <a:lnTo>
                  <a:pt x="1278890" y="0"/>
                </a:lnTo>
                <a:lnTo>
                  <a:pt x="0" y="0"/>
                </a:lnTo>
                <a:lnTo>
                  <a:pt x="0" y="15849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087" y="7122032"/>
            <a:ext cx="10147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From Mt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Rumbee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0823" y="1784349"/>
            <a:ext cx="37255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NORTH </a:t>
            </a:r>
            <a:r>
              <a:rPr sz="1000" b="1" spc="-15" dirty="0">
                <a:latin typeface="Arial"/>
                <a:cs typeface="Arial"/>
              </a:rPr>
              <a:t>COAST </a:t>
            </a:r>
            <a:r>
              <a:rPr sz="1000" b="1" spc="-5" dirty="0">
                <a:latin typeface="Arial"/>
                <a:cs typeface="Arial"/>
              </a:rPr>
              <a:t>ERTS </a:t>
            </a:r>
            <a:r>
              <a:rPr sz="1000" b="1" spc="-10" dirty="0">
                <a:latin typeface="Arial"/>
                <a:cs typeface="Arial"/>
              </a:rPr>
              <a:t>REPEATER </a:t>
            </a:r>
            <a:r>
              <a:rPr sz="1000" b="1" spc="-5" dirty="0">
                <a:latin typeface="Arial"/>
                <a:cs typeface="Arial"/>
              </a:rPr>
              <a:t>NETWORK- </a:t>
            </a:r>
            <a:r>
              <a:rPr sz="1000" b="1" spc="-15" dirty="0">
                <a:latin typeface="Arial"/>
                <a:cs typeface="Arial"/>
              </a:rPr>
              <a:t>PASS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RANGES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6543" y="1784349"/>
            <a:ext cx="1480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Arial"/>
                <a:cs typeface="Arial"/>
              </a:rPr>
              <a:t>Last updated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24/09/2010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82714" y="1790953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4">
                <a:moveTo>
                  <a:pt x="0" y="0"/>
                </a:moveTo>
                <a:lnTo>
                  <a:pt x="0" y="169164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5404" y="1790953"/>
            <a:ext cx="0" cy="5356225"/>
          </a:xfrm>
          <a:custGeom>
            <a:avLst/>
            <a:gdLst/>
            <a:ahLst/>
            <a:cxnLst/>
            <a:rect l="l" t="t" r="r" b="b"/>
            <a:pathLst>
              <a:path h="5356225">
                <a:moveTo>
                  <a:pt x="0" y="0"/>
                </a:moveTo>
                <a:lnTo>
                  <a:pt x="0" y="5355971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0069" y="7147686"/>
            <a:ext cx="0" cy="143510"/>
          </a:xfrm>
          <a:custGeom>
            <a:avLst/>
            <a:gdLst/>
            <a:ahLst/>
            <a:cxnLst/>
            <a:rect l="l" t="t" r="r" b="b"/>
            <a:pathLst>
              <a:path h="143509">
                <a:moveTo>
                  <a:pt x="0" y="0"/>
                </a:moveTo>
                <a:lnTo>
                  <a:pt x="0" y="14325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404" y="7146925"/>
            <a:ext cx="0" cy="144780"/>
          </a:xfrm>
          <a:custGeom>
            <a:avLst/>
            <a:gdLst/>
            <a:ahLst/>
            <a:cxnLst/>
            <a:rect l="l" t="t" r="r" b="b"/>
            <a:pathLst>
              <a:path h="144779">
                <a:moveTo>
                  <a:pt x="0" y="0"/>
                </a:moveTo>
                <a:lnTo>
                  <a:pt x="0" y="144779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5404" y="7291831"/>
            <a:ext cx="0" cy="1597660"/>
          </a:xfrm>
          <a:custGeom>
            <a:avLst/>
            <a:gdLst/>
            <a:ahLst/>
            <a:cxnLst/>
            <a:rect l="l" t="t" r="r" b="b"/>
            <a:pathLst>
              <a:path h="1597659">
                <a:moveTo>
                  <a:pt x="0" y="0"/>
                </a:moveTo>
                <a:lnTo>
                  <a:pt x="0" y="1597406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2714" y="1960244"/>
            <a:ext cx="0" cy="6929120"/>
          </a:xfrm>
          <a:custGeom>
            <a:avLst/>
            <a:gdLst/>
            <a:ahLst/>
            <a:cxnLst/>
            <a:rect l="l" t="t" r="r" b="b"/>
            <a:pathLst>
              <a:path h="6929120">
                <a:moveTo>
                  <a:pt x="0" y="0"/>
                </a:moveTo>
                <a:lnTo>
                  <a:pt x="0" y="6928993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43532" y="7135494"/>
            <a:ext cx="0" cy="155575"/>
          </a:xfrm>
          <a:custGeom>
            <a:avLst/>
            <a:gdLst/>
            <a:ahLst/>
            <a:cxnLst/>
            <a:rect l="l" t="t" r="r" b="b"/>
            <a:pathLst>
              <a:path h="155575">
                <a:moveTo>
                  <a:pt x="0" y="0"/>
                </a:moveTo>
                <a:lnTo>
                  <a:pt x="0" y="15544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866" y="7134732"/>
            <a:ext cx="0" cy="157480"/>
          </a:xfrm>
          <a:custGeom>
            <a:avLst/>
            <a:gdLst/>
            <a:ahLst/>
            <a:cxnLst/>
            <a:rect l="l" t="t" r="r" b="b"/>
            <a:pathLst>
              <a:path h="157479">
                <a:moveTo>
                  <a:pt x="0" y="0"/>
                </a:moveTo>
                <a:lnTo>
                  <a:pt x="0" y="15697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7595" y="1803145"/>
            <a:ext cx="6393180" cy="0"/>
          </a:xfrm>
          <a:custGeom>
            <a:avLst/>
            <a:gdLst/>
            <a:ahLst/>
            <a:cxnLst/>
            <a:rect l="l" t="t" r="r" b="b"/>
            <a:pathLst>
              <a:path w="6393180">
                <a:moveTo>
                  <a:pt x="0" y="0"/>
                </a:moveTo>
                <a:lnTo>
                  <a:pt x="6392926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8358" y="7135494"/>
            <a:ext cx="1263650" cy="0"/>
          </a:xfrm>
          <a:custGeom>
            <a:avLst/>
            <a:gdLst/>
            <a:ahLst/>
            <a:cxnLst/>
            <a:rect l="l" t="t" r="r" b="b"/>
            <a:pathLst>
              <a:path w="1263650">
                <a:moveTo>
                  <a:pt x="0" y="0"/>
                </a:moveTo>
                <a:lnTo>
                  <a:pt x="12636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7595" y="7134732"/>
            <a:ext cx="1265555" cy="12700"/>
          </a:xfrm>
          <a:custGeom>
            <a:avLst/>
            <a:gdLst/>
            <a:ahLst/>
            <a:cxnLst/>
            <a:rect l="l" t="t" r="r" b="b"/>
            <a:pathLst>
              <a:path w="1265555" h="12700">
                <a:moveTo>
                  <a:pt x="0" y="12192"/>
                </a:moveTo>
                <a:lnTo>
                  <a:pt x="1265224" y="12192"/>
                </a:lnTo>
                <a:lnTo>
                  <a:pt x="1265224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8358" y="7292466"/>
            <a:ext cx="1276350" cy="0"/>
          </a:xfrm>
          <a:custGeom>
            <a:avLst/>
            <a:gdLst/>
            <a:ahLst/>
            <a:cxnLst/>
            <a:rect l="l" t="t" r="r" b="b"/>
            <a:pathLst>
              <a:path w="1276350">
                <a:moveTo>
                  <a:pt x="0" y="0"/>
                </a:moveTo>
                <a:lnTo>
                  <a:pt x="127584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7595" y="7291704"/>
            <a:ext cx="1277620" cy="12700"/>
          </a:xfrm>
          <a:custGeom>
            <a:avLst/>
            <a:gdLst/>
            <a:ahLst/>
            <a:cxnLst/>
            <a:rect l="l" t="t" r="r" b="b"/>
            <a:pathLst>
              <a:path w="1277620" h="12700">
                <a:moveTo>
                  <a:pt x="0" y="12192"/>
                </a:moveTo>
                <a:lnTo>
                  <a:pt x="1277366" y="12192"/>
                </a:lnTo>
                <a:lnTo>
                  <a:pt x="1277366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7595" y="8877045"/>
            <a:ext cx="6417310" cy="0"/>
          </a:xfrm>
          <a:custGeom>
            <a:avLst/>
            <a:gdLst/>
            <a:ahLst/>
            <a:cxnLst/>
            <a:rect l="l" t="t" r="r" b="b"/>
            <a:pathLst>
              <a:path w="6417309">
                <a:moveTo>
                  <a:pt x="0" y="0"/>
                </a:moveTo>
                <a:lnTo>
                  <a:pt x="6417309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50391" y="3236975"/>
            <a:ext cx="841247" cy="720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53183" y="4235195"/>
            <a:ext cx="891540" cy="903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16808" y="7420355"/>
            <a:ext cx="1143000" cy="14036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9619" y="4954523"/>
            <a:ext cx="821436" cy="16901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27347" y="4824983"/>
            <a:ext cx="862584" cy="8321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90744" y="3070859"/>
            <a:ext cx="882396" cy="5821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47159" y="3030473"/>
            <a:ext cx="1106170" cy="798195"/>
          </a:xfrm>
          <a:custGeom>
            <a:avLst/>
            <a:gdLst/>
            <a:ahLst/>
            <a:cxnLst/>
            <a:rect l="l" t="t" r="r" b="b"/>
            <a:pathLst>
              <a:path w="1106170" h="798195">
                <a:moveTo>
                  <a:pt x="39624" y="722376"/>
                </a:moveTo>
                <a:lnTo>
                  <a:pt x="0" y="797814"/>
                </a:lnTo>
                <a:lnTo>
                  <a:pt x="84074" y="784225"/>
                </a:lnTo>
                <a:lnTo>
                  <a:pt x="69926" y="764540"/>
                </a:lnTo>
                <a:lnTo>
                  <a:pt x="54356" y="764540"/>
                </a:lnTo>
                <a:lnTo>
                  <a:pt x="48768" y="756920"/>
                </a:lnTo>
                <a:lnTo>
                  <a:pt x="59104" y="749481"/>
                </a:lnTo>
                <a:lnTo>
                  <a:pt x="39624" y="722376"/>
                </a:lnTo>
                <a:close/>
              </a:path>
              <a:path w="1106170" h="798195">
                <a:moveTo>
                  <a:pt x="59104" y="749481"/>
                </a:moveTo>
                <a:lnTo>
                  <a:pt x="48768" y="756920"/>
                </a:lnTo>
                <a:lnTo>
                  <a:pt x="54356" y="764540"/>
                </a:lnTo>
                <a:lnTo>
                  <a:pt x="64618" y="757154"/>
                </a:lnTo>
                <a:lnTo>
                  <a:pt x="59104" y="749481"/>
                </a:lnTo>
                <a:close/>
              </a:path>
              <a:path w="1106170" h="798195">
                <a:moveTo>
                  <a:pt x="64618" y="757154"/>
                </a:moveTo>
                <a:lnTo>
                  <a:pt x="54356" y="764540"/>
                </a:lnTo>
                <a:lnTo>
                  <a:pt x="69926" y="764540"/>
                </a:lnTo>
                <a:lnTo>
                  <a:pt x="64618" y="757154"/>
                </a:lnTo>
                <a:close/>
              </a:path>
              <a:path w="1106170" h="798195">
                <a:moveTo>
                  <a:pt x="1100582" y="0"/>
                </a:moveTo>
                <a:lnTo>
                  <a:pt x="59104" y="749481"/>
                </a:lnTo>
                <a:lnTo>
                  <a:pt x="64618" y="757154"/>
                </a:lnTo>
                <a:lnTo>
                  <a:pt x="1106170" y="7620"/>
                </a:lnTo>
                <a:lnTo>
                  <a:pt x="11005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48100" y="2572511"/>
            <a:ext cx="922020" cy="5166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29104" y="3094100"/>
            <a:ext cx="1736725" cy="918844"/>
          </a:xfrm>
          <a:custGeom>
            <a:avLst/>
            <a:gdLst/>
            <a:ahLst/>
            <a:cxnLst/>
            <a:rect l="l" t="t" r="r" b="b"/>
            <a:pathLst>
              <a:path w="1736725" h="918845">
                <a:moveTo>
                  <a:pt x="1666829" y="887274"/>
                </a:moveTo>
                <a:lnTo>
                  <a:pt x="1651254" y="916813"/>
                </a:lnTo>
                <a:lnTo>
                  <a:pt x="1736470" y="918591"/>
                </a:lnTo>
                <a:lnTo>
                  <a:pt x="1718248" y="893191"/>
                </a:lnTo>
                <a:lnTo>
                  <a:pt x="1678051" y="893191"/>
                </a:lnTo>
                <a:lnTo>
                  <a:pt x="1666829" y="887274"/>
                </a:lnTo>
                <a:close/>
              </a:path>
              <a:path w="1736725" h="918845">
                <a:moveTo>
                  <a:pt x="1671255" y="878882"/>
                </a:moveTo>
                <a:lnTo>
                  <a:pt x="1666829" y="887274"/>
                </a:lnTo>
                <a:lnTo>
                  <a:pt x="1678051" y="893191"/>
                </a:lnTo>
                <a:lnTo>
                  <a:pt x="1682495" y="884809"/>
                </a:lnTo>
                <a:lnTo>
                  <a:pt x="1671255" y="878882"/>
                </a:lnTo>
                <a:close/>
              </a:path>
              <a:path w="1736725" h="918845">
                <a:moveTo>
                  <a:pt x="1686814" y="849376"/>
                </a:moveTo>
                <a:lnTo>
                  <a:pt x="1671255" y="878882"/>
                </a:lnTo>
                <a:lnTo>
                  <a:pt x="1682495" y="884809"/>
                </a:lnTo>
                <a:lnTo>
                  <a:pt x="1678051" y="893191"/>
                </a:lnTo>
                <a:lnTo>
                  <a:pt x="1718248" y="893191"/>
                </a:lnTo>
                <a:lnTo>
                  <a:pt x="1686814" y="849376"/>
                </a:lnTo>
                <a:close/>
              </a:path>
              <a:path w="1736725" h="918845">
                <a:moveTo>
                  <a:pt x="4318" y="0"/>
                </a:moveTo>
                <a:lnTo>
                  <a:pt x="0" y="8381"/>
                </a:lnTo>
                <a:lnTo>
                  <a:pt x="1666829" y="887274"/>
                </a:lnTo>
                <a:lnTo>
                  <a:pt x="1671255" y="878882"/>
                </a:lnTo>
                <a:lnTo>
                  <a:pt x="4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92067" y="2996437"/>
            <a:ext cx="262255" cy="887094"/>
          </a:xfrm>
          <a:custGeom>
            <a:avLst/>
            <a:gdLst/>
            <a:ahLst/>
            <a:cxnLst/>
            <a:rect l="l" t="t" r="r" b="b"/>
            <a:pathLst>
              <a:path w="262254" h="887095">
                <a:moveTo>
                  <a:pt x="220829" y="814417"/>
                </a:moveTo>
                <a:lnTo>
                  <a:pt x="188594" y="823213"/>
                </a:lnTo>
                <a:lnTo>
                  <a:pt x="245363" y="886713"/>
                </a:lnTo>
                <a:lnTo>
                  <a:pt x="257414" y="826643"/>
                </a:lnTo>
                <a:lnTo>
                  <a:pt x="224154" y="826643"/>
                </a:lnTo>
                <a:lnTo>
                  <a:pt x="220829" y="814417"/>
                </a:lnTo>
                <a:close/>
              </a:path>
              <a:path w="262254" h="887095">
                <a:moveTo>
                  <a:pt x="229953" y="811927"/>
                </a:moveTo>
                <a:lnTo>
                  <a:pt x="220829" y="814417"/>
                </a:lnTo>
                <a:lnTo>
                  <a:pt x="224154" y="826643"/>
                </a:lnTo>
                <a:lnTo>
                  <a:pt x="233298" y="824230"/>
                </a:lnTo>
                <a:lnTo>
                  <a:pt x="229953" y="811927"/>
                </a:lnTo>
                <a:close/>
              </a:path>
              <a:path w="262254" h="887095">
                <a:moveTo>
                  <a:pt x="262127" y="803148"/>
                </a:moveTo>
                <a:lnTo>
                  <a:pt x="229953" y="811927"/>
                </a:lnTo>
                <a:lnTo>
                  <a:pt x="233298" y="824230"/>
                </a:lnTo>
                <a:lnTo>
                  <a:pt x="224154" y="826643"/>
                </a:lnTo>
                <a:lnTo>
                  <a:pt x="257414" y="826643"/>
                </a:lnTo>
                <a:lnTo>
                  <a:pt x="262127" y="803148"/>
                </a:lnTo>
                <a:close/>
              </a:path>
              <a:path w="262254" h="887095">
                <a:moveTo>
                  <a:pt x="9143" y="0"/>
                </a:moveTo>
                <a:lnTo>
                  <a:pt x="0" y="2540"/>
                </a:lnTo>
                <a:lnTo>
                  <a:pt x="220829" y="814417"/>
                </a:lnTo>
                <a:lnTo>
                  <a:pt x="229953" y="811927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58057" y="4206112"/>
            <a:ext cx="76200" cy="489584"/>
          </a:xfrm>
          <a:custGeom>
            <a:avLst/>
            <a:gdLst/>
            <a:ahLst/>
            <a:cxnLst/>
            <a:rect l="l" t="t" r="r" b="b"/>
            <a:pathLst>
              <a:path w="76200" h="489585">
                <a:moveTo>
                  <a:pt x="33375" y="413296"/>
                </a:moveTo>
                <a:lnTo>
                  <a:pt x="0" y="414020"/>
                </a:lnTo>
                <a:lnTo>
                  <a:pt x="39751" y="489331"/>
                </a:lnTo>
                <a:lnTo>
                  <a:pt x="69764" y="425958"/>
                </a:lnTo>
                <a:lnTo>
                  <a:pt x="33655" y="425958"/>
                </a:lnTo>
                <a:lnTo>
                  <a:pt x="33375" y="413296"/>
                </a:lnTo>
                <a:close/>
              </a:path>
              <a:path w="76200" h="489585">
                <a:moveTo>
                  <a:pt x="42901" y="413090"/>
                </a:moveTo>
                <a:lnTo>
                  <a:pt x="33375" y="413296"/>
                </a:lnTo>
                <a:lnTo>
                  <a:pt x="33655" y="425958"/>
                </a:lnTo>
                <a:lnTo>
                  <a:pt x="43180" y="425704"/>
                </a:lnTo>
                <a:lnTo>
                  <a:pt x="42901" y="413090"/>
                </a:lnTo>
                <a:close/>
              </a:path>
              <a:path w="76200" h="489585">
                <a:moveTo>
                  <a:pt x="76200" y="412369"/>
                </a:moveTo>
                <a:lnTo>
                  <a:pt x="42901" y="413090"/>
                </a:lnTo>
                <a:lnTo>
                  <a:pt x="43180" y="425704"/>
                </a:lnTo>
                <a:lnTo>
                  <a:pt x="33655" y="425958"/>
                </a:lnTo>
                <a:lnTo>
                  <a:pt x="69764" y="425958"/>
                </a:lnTo>
                <a:lnTo>
                  <a:pt x="76200" y="412369"/>
                </a:lnTo>
                <a:close/>
              </a:path>
              <a:path w="76200" h="489585">
                <a:moveTo>
                  <a:pt x="33782" y="0"/>
                </a:moveTo>
                <a:lnTo>
                  <a:pt x="24257" y="254"/>
                </a:lnTo>
                <a:lnTo>
                  <a:pt x="33375" y="413296"/>
                </a:lnTo>
                <a:lnTo>
                  <a:pt x="42901" y="413090"/>
                </a:lnTo>
                <a:lnTo>
                  <a:pt x="33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91460" y="4046092"/>
            <a:ext cx="594995" cy="660400"/>
          </a:xfrm>
          <a:custGeom>
            <a:avLst/>
            <a:gdLst/>
            <a:ahLst/>
            <a:cxnLst/>
            <a:rect l="l" t="t" r="r" b="b"/>
            <a:pathLst>
              <a:path w="594995" h="660400">
                <a:moveTo>
                  <a:pt x="540425" y="606545"/>
                </a:moveTo>
                <a:lnTo>
                  <a:pt x="515620" y="628904"/>
                </a:lnTo>
                <a:lnTo>
                  <a:pt x="594868" y="660019"/>
                </a:lnTo>
                <a:lnTo>
                  <a:pt x="582743" y="615950"/>
                </a:lnTo>
                <a:lnTo>
                  <a:pt x="548894" y="615950"/>
                </a:lnTo>
                <a:lnTo>
                  <a:pt x="540425" y="606545"/>
                </a:lnTo>
                <a:close/>
              </a:path>
              <a:path w="594995" h="660400">
                <a:moveTo>
                  <a:pt x="547438" y="600224"/>
                </a:moveTo>
                <a:lnTo>
                  <a:pt x="540425" y="606545"/>
                </a:lnTo>
                <a:lnTo>
                  <a:pt x="548894" y="615950"/>
                </a:lnTo>
                <a:lnTo>
                  <a:pt x="555879" y="609600"/>
                </a:lnTo>
                <a:lnTo>
                  <a:pt x="547438" y="600224"/>
                </a:lnTo>
                <a:close/>
              </a:path>
              <a:path w="594995" h="660400">
                <a:moveTo>
                  <a:pt x="572262" y="577850"/>
                </a:moveTo>
                <a:lnTo>
                  <a:pt x="547438" y="600224"/>
                </a:lnTo>
                <a:lnTo>
                  <a:pt x="555879" y="609600"/>
                </a:lnTo>
                <a:lnTo>
                  <a:pt x="548894" y="615950"/>
                </a:lnTo>
                <a:lnTo>
                  <a:pt x="582743" y="615950"/>
                </a:lnTo>
                <a:lnTo>
                  <a:pt x="572262" y="577850"/>
                </a:lnTo>
                <a:close/>
              </a:path>
              <a:path w="594995" h="660400">
                <a:moveTo>
                  <a:pt x="7112" y="0"/>
                </a:moveTo>
                <a:lnTo>
                  <a:pt x="0" y="6350"/>
                </a:lnTo>
                <a:lnTo>
                  <a:pt x="540425" y="606545"/>
                </a:lnTo>
                <a:lnTo>
                  <a:pt x="547438" y="600224"/>
                </a:lnTo>
                <a:lnTo>
                  <a:pt x="7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03120" y="5107304"/>
            <a:ext cx="1365250" cy="743585"/>
          </a:xfrm>
          <a:custGeom>
            <a:avLst/>
            <a:gdLst/>
            <a:ahLst/>
            <a:cxnLst/>
            <a:rect l="l" t="t" r="r" b="b"/>
            <a:pathLst>
              <a:path w="1365250" h="743585">
                <a:moveTo>
                  <a:pt x="48767" y="673481"/>
                </a:moveTo>
                <a:lnTo>
                  <a:pt x="0" y="743331"/>
                </a:lnTo>
                <a:lnTo>
                  <a:pt x="85089" y="740537"/>
                </a:lnTo>
                <a:lnTo>
                  <a:pt x="72501" y="717296"/>
                </a:lnTo>
                <a:lnTo>
                  <a:pt x="58038" y="717296"/>
                </a:lnTo>
                <a:lnTo>
                  <a:pt x="53593" y="708914"/>
                </a:lnTo>
                <a:lnTo>
                  <a:pt x="64697" y="702889"/>
                </a:lnTo>
                <a:lnTo>
                  <a:pt x="48767" y="673481"/>
                </a:lnTo>
                <a:close/>
              </a:path>
              <a:path w="1365250" h="743585">
                <a:moveTo>
                  <a:pt x="64697" y="702889"/>
                </a:moveTo>
                <a:lnTo>
                  <a:pt x="53593" y="708914"/>
                </a:lnTo>
                <a:lnTo>
                  <a:pt x="58038" y="717296"/>
                </a:lnTo>
                <a:lnTo>
                  <a:pt x="69216" y="711231"/>
                </a:lnTo>
                <a:lnTo>
                  <a:pt x="64697" y="702889"/>
                </a:lnTo>
                <a:close/>
              </a:path>
              <a:path w="1365250" h="743585">
                <a:moveTo>
                  <a:pt x="69216" y="711231"/>
                </a:moveTo>
                <a:lnTo>
                  <a:pt x="58038" y="717296"/>
                </a:lnTo>
                <a:lnTo>
                  <a:pt x="72501" y="717296"/>
                </a:lnTo>
                <a:lnTo>
                  <a:pt x="69216" y="711231"/>
                </a:lnTo>
                <a:close/>
              </a:path>
              <a:path w="1365250" h="743585">
                <a:moveTo>
                  <a:pt x="1360170" y="0"/>
                </a:moveTo>
                <a:lnTo>
                  <a:pt x="64697" y="702889"/>
                </a:lnTo>
                <a:lnTo>
                  <a:pt x="69216" y="711231"/>
                </a:lnTo>
                <a:lnTo>
                  <a:pt x="1364742" y="8381"/>
                </a:lnTo>
                <a:lnTo>
                  <a:pt x="1360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139695" y="6557136"/>
            <a:ext cx="996950" cy="845185"/>
          </a:xfrm>
          <a:custGeom>
            <a:avLst/>
            <a:gdLst/>
            <a:ahLst/>
            <a:cxnLst/>
            <a:rect l="l" t="t" r="r" b="b"/>
            <a:pathLst>
              <a:path w="996950" h="845184">
                <a:moveTo>
                  <a:pt x="935399" y="799350"/>
                </a:moveTo>
                <a:lnTo>
                  <a:pt x="913891" y="824738"/>
                </a:lnTo>
                <a:lnTo>
                  <a:pt x="996695" y="844931"/>
                </a:lnTo>
                <a:lnTo>
                  <a:pt x="980719" y="807593"/>
                </a:lnTo>
                <a:lnTo>
                  <a:pt x="945133" y="807593"/>
                </a:lnTo>
                <a:lnTo>
                  <a:pt x="935399" y="799350"/>
                </a:lnTo>
                <a:close/>
              </a:path>
              <a:path w="996950" h="845184">
                <a:moveTo>
                  <a:pt x="941631" y="791993"/>
                </a:moveTo>
                <a:lnTo>
                  <a:pt x="935399" y="799350"/>
                </a:lnTo>
                <a:lnTo>
                  <a:pt x="945133" y="807593"/>
                </a:lnTo>
                <a:lnTo>
                  <a:pt x="951357" y="800227"/>
                </a:lnTo>
                <a:lnTo>
                  <a:pt x="941631" y="791993"/>
                </a:lnTo>
                <a:close/>
              </a:path>
              <a:path w="996950" h="845184">
                <a:moveTo>
                  <a:pt x="963167" y="766572"/>
                </a:moveTo>
                <a:lnTo>
                  <a:pt x="941631" y="791993"/>
                </a:lnTo>
                <a:lnTo>
                  <a:pt x="951357" y="800227"/>
                </a:lnTo>
                <a:lnTo>
                  <a:pt x="945133" y="807593"/>
                </a:lnTo>
                <a:lnTo>
                  <a:pt x="980719" y="807593"/>
                </a:lnTo>
                <a:lnTo>
                  <a:pt x="963167" y="766572"/>
                </a:lnTo>
                <a:close/>
              </a:path>
              <a:path w="996950" h="845184">
                <a:moveTo>
                  <a:pt x="6095" y="0"/>
                </a:moveTo>
                <a:lnTo>
                  <a:pt x="0" y="7365"/>
                </a:lnTo>
                <a:lnTo>
                  <a:pt x="935399" y="799350"/>
                </a:lnTo>
                <a:lnTo>
                  <a:pt x="941631" y="791993"/>
                </a:lnTo>
                <a:lnTo>
                  <a:pt x="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94202" y="6812026"/>
            <a:ext cx="2136775" cy="594995"/>
          </a:xfrm>
          <a:custGeom>
            <a:avLst/>
            <a:gdLst/>
            <a:ahLst/>
            <a:cxnLst/>
            <a:rect l="l" t="t" r="r" b="b"/>
            <a:pathLst>
              <a:path w="2136775" h="594995">
                <a:moveTo>
                  <a:pt x="2061551" y="32112"/>
                </a:moveTo>
                <a:lnTo>
                  <a:pt x="0" y="585469"/>
                </a:lnTo>
                <a:lnTo>
                  <a:pt x="2539" y="594613"/>
                </a:lnTo>
                <a:lnTo>
                  <a:pt x="2064037" y="41397"/>
                </a:lnTo>
                <a:lnTo>
                  <a:pt x="2061551" y="32112"/>
                </a:lnTo>
                <a:close/>
              </a:path>
              <a:path w="2136775" h="594995">
                <a:moveTo>
                  <a:pt x="2123070" y="28828"/>
                </a:moveTo>
                <a:lnTo>
                  <a:pt x="2073783" y="28828"/>
                </a:lnTo>
                <a:lnTo>
                  <a:pt x="2076322" y="38099"/>
                </a:lnTo>
                <a:lnTo>
                  <a:pt x="2064037" y="41397"/>
                </a:lnTo>
                <a:lnTo>
                  <a:pt x="2072639" y="73532"/>
                </a:lnTo>
                <a:lnTo>
                  <a:pt x="2123070" y="28828"/>
                </a:lnTo>
                <a:close/>
              </a:path>
              <a:path w="2136775" h="594995">
                <a:moveTo>
                  <a:pt x="2073783" y="28828"/>
                </a:moveTo>
                <a:lnTo>
                  <a:pt x="2061551" y="32112"/>
                </a:lnTo>
                <a:lnTo>
                  <a:pt x="2064037" y="41397"/>
                </a:lnTo>
                <a:lnTo>
                  <a:pt x="2076322" y="38099"/>
                </a:lnTo>
                <a:lnTo>
                  <a:pt x="2073783" y="28828"/>
                </a:lnTo>
                <a:close/>
              </a:path>
              <a:path w="2136775" h="594995">
                <a:moveTo>
                  <a:pt x="2052954" y="0"/>
                </a:moveTo>
                <a:lnTo>
                  <a:pt x="2061551" y="32112"/>
                </a:lnTo>
                <a:lnTo>
                  <a:pt x="2073783" y="28828"/>
                </a:lnTo>
                <a:lnTo>
                  <a:pt x="2123070" y="28828"/>
                </a:lnTo>
                <a:lnTo>
                  <a:pt x="2136394" y="17017"/>
                </a:lnTo>
                <a:lnTo>
                  <a:pt x="2052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91360" y="6598919"/>
            <a:ext cx="266065" cy="1155065"/>
          </a:xfrm>
          <a:custGeom>
            <a:avLst/>
            <a:gdLst/>
            <a:ahLst/>
            <a:cxnLst/>
            <a:rect l="l" t="t" r="r" b="b"/>
            <a:pathLst>
              <a:path w="266064" h="1155065">
                <a:moveTo>
                  <a:pt x="41952" y="73662"/>
                </a:moveTo>
                <a:lnTo>
                  <a:pt x="32680" y="75570"/>
                </a:lnTo>
                <a:lnTo>
                  <a:pt x="256412" y="1154683"/>
                </a:lnTo>
                <a:lnTo>
                  <a:pt x="265810" y="1152651"/>
                </a:lnTo>
                <a:lnTo>
                  <a:pt x="41952" y="73662"/>
                </a:lnTo>
                <a:close/>
              </a:path>
              <a:path w="266064" h="1155065">
                <a:moveTo>
                  <a:pt x="21843" y="0"/>
                </a:moveTo>
                <a:lnTo>
                  <a:pt x="0" y="82295"/>
                </a:lnTo>
                <a:lnTo>
                  <a:pt x="32680" y="75570"/>
                </a:lnTo>
                <a:lnTo>
                  <a:pt x="30098" y="63118"/>
                </a:lnTo>
                <a:lnTo>
                  <a:pt x="39369" y="61213"/>
                </a:lnTo>
                <a:lnTo>
                  <a:pt x="70164" y="61213"/>
                </a:lnTo>
                <a:lnTo>
                  <a:pt x="21843" y="0"/>
                </a:lnTo>
                <a:close/>
              </a:path>
              <a:path w="266064" h="1155065">
                <a:moveTo>
                  <a:pt x="39369" y="61213"/>
                </a:moveTo>
                <a:lnTo>
                  <a:pt x="30098" y="63118"/>
                </a:lnTo>
                <a:lnTo>
                  <a:pt x="32680" y="75570"/>
                </a:lnTo>
                <a:lnTo>
                  <a:pt x="41952" y="73662"/>
                </a:lnTo>
                <a:lnTo>
                  <a:pt x="39369" y="61213"/>
                </a:lnTo>
                <a:close/>
              </a:path>
              <a:path w="266064" h="1155065">
                <a:moveTo>
                  <a:pt x="70164" y="61213"/>
                </a:moveTo>
                <a:lnTo>
                  <a:pt x="39369" y="61213"/>
                </a:lnTo>
                <a:lnTo>
                  <a:pt x="41952" y="73662"/>
                </a:lnTo>
                <a:lnTo>
                  <a:pt x="74675" y="66928"/>
                </a:lnTo>
                <a:lnTo>
                  <a:pt x="70164" y="612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22120" y="8093964"/>
            <a:ext cx="982980" cy="4892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01496" y="2859023"/>
            <a:ext cx="460247" cy="2956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46703" y="2636519"/>
            <a:ext cx="460248" cy="29565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39284" y="2711195"/>
            <a:ext cx="461772" cy="28651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46347" y="3957827"/>
            <a:ext cx="461772" cy="28651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442972" y="3874007"/>
            <a:ext cx="451104" cy="29565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86328" y="4715255"/>
            <a:ext cx="461772" cy="29413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61160" y="6265163"/>
            <a:ext cx="492251" cy="3977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033016" y="7761731"/>
            <a:ext cx="440436" cy="2956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94660" y="7383779"/>
            <a:ext cx="461772" cy="29413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671827" y="5896355"/>
            <a:ext cx="501395" cy="38862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21814" y="6114160"/>
            <a:ext cx="3149600" cy="537845"/>
          </a:xfrm>
          <a:custGeom>
            <a:avLst/>
            <a:gdLst/>
            <a:ahLst/>
            <a:cxnLst/>
            <a:rect l="l" t="t" r="r" b="b"/>
            <a:pathLst>
              <a:path w="3149600" h="537845">
                <a:moveTo>
                  <a:pt x="3073352" y="504716"/>
                </a:moveTo>
                <a:lnTo>
                  <a:pt x="3068066" y="537718"/>
                </a:lnTo>
                <a:lnTo>
                  <a:pt x="3149346" y="512191"/>
                </a:lnTo>
                <a:lnTo>
                  <a:pt x="3141753" y="506730"/>
                </a:lnTo>
                <a:lnTo>
                  <a:pt x="3085846" y="506730"/>
                </a:lnTo>
                <a:lnTo>
                  <a:pt x="3073352" y="504716"/>
                </a:lnTo>
                <a:close/>
              </a:path>
              <a:path w="3149600" h="537845">
                <a:moveTo>
                  <a:pt x="3074858" y="495315"/>
                </a:moveTo>
                <a:lnTo>
                  <a:pt x="3073352" y="504716"/>
                </a:lnTo>
                <a:lnTo>
                  <a:pt x="3085846" y="506730"/>
                </a:lnTo>
                <a:lnTo>
                  <a:pt x="3087370" y="497331"/>
                </a:lnTo>
                <a:lnTo>
                  <a:pt x="3074858" y="495315"/>
                </a:lnTo>
                <a:close/>
              </a:path>
              <a:path w="3149600" h="537845">
                <a:moveTo>
                  <a:pt x="3080131" y="462406"/>
                </a:moveTo>
                <a:lnTo>
                  <a:pt x="3074858" y="495315"/>
                </a:lnTo>
                <a:lnTo>
                  <a:pt x="3087370" y="497331"/>
                </a:lnTo>
                <a:lnTo>
                  <a:pt x="3085846" y="506730"/>
                </a:lnTo>
                <a:lnTo>
                  <a:pt x="3141753" y="506730"/>
                </a:lnTo>
                <a:lnTo>
                  <a:pt x="3080131" y="462406"/>
                </a:lnTo>
                <a:close/>
              </a:path>
              <a:path w="3149600" h="537845">
                <a:moveTo>
                  <a:pt x="1524" y="0"/>
                </a:moveTo>
                <a:lnTo>
                  <a:pt x="0" y="9398"/>
                </a:lnTo>
                <a:lnTo>
                  <a:pt x="3073352" y="504716"/>
                </a:lnTo>
                <a:lnTo>
                  <a:pt x="3074858" y="495315"/>
                </a:lnTo>
                <a:lnTo>
                  <a:pt x="1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03704" y="5919088"/>
            <a:ext cx="2216150" cy="114935"/>
          </a:xfrm>
          <a:custGeom>
            <a:avLst/>
            <a:gdLst/>
            <a:ahLst/>
            <a:cxnLst/>
            <a:rect l="l" t="t" r="r" b="b"/>
            <a:pathLst>
              <a:path w="2216150" h="114935">
                <a:moveTo>
                  <a:pt x="74930" y="38735"/>
                </a:moveTo>
                <a:lnTo>
                  <a:pt x="0" y="79375"/>
                </a:lnTo>
                <a:lnTo>
                  <a:pt x="77469" y="114935"/>
                </a:lnTo>
                <a:lnTo>
                  <a:pt x="76373" y="82042"/>
                </a:lnTo>
                <a:lnTo>
                  <a:pt x="63626" y="82042"/>
                </a:lnTo>
                <a:lnTo>
                  <a:pt x="63245" y="72517"/>
                </a:lnTo>
                <a:lnTo>
                  <a:pt x="76041" y="72085"/>
                </a:lnTo>
                <a:lnTo>
                  <a:pt x="74930" y="38735"/>
                </a:lnTo>
                <a:close/>
              </a:path>
              <a:path w="2216150" h="114935">
                <a:moveTo>
                  <a:pt x="76041" y="72085"/>
                </a:moveTo>
                <a:lnTo>
                  <a:pt x="63245" y="72517"/>
                </a:lnTo>
                <a:lnTo>
                  <a:pt x="63626" y="82042"/>
                </a:lnTo>
                <a:lnTo>
                  <a:pt x="76359" y="81612"/>
                </a:lnTo>
                <a:lnTo>
                  <a:pt x="76041" y="72085"/>
                </a:lnTo>
                <a:close/>
              </a:path>
              <a:path w="2216150" h="114935">
                <a:moveTo>
                  <a:pt x="76359" y="81612"/>
                </a:moveTo>
                <a:lnTo>
                  <a:pt x="63626" y="82042"/>
                </a:lnTo>
                <a:lnTo>
                  <a:pt x="76373" y="82042"/>
                </a:lnTo>
                <a:lnTo>
                  <a:pt x="76359" y="81612"/>
                </a:lnTo>
                <a:close/>
              </a:path>
              <a:path w="2216150" h="114935">
                <a:moveTo>
                  <a:pt x="2215769" y="0"/>
                </a:moveTo>
                <a:lnTo>
                  <a:pt x="76041" y="72085"/>
                </a:lnTo>
                <a:lnTo>
                  <a:pt x="76359" y="81612"/>
                </a:lnTo>
                <a:lnTo>
                  <a:pt x="2216023" y="9398"/>
                </a:lnTo>
                <a:lnTo>
                  <a:pt x="22157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65932" y="6560819"/>
            <a:ext cx="460248" cy="2956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62555" y="6322059"/>
            <a:ext cx="1074420" cy="299720"/>
          </a:xfrm>
          <a:custGeom>
            <a:avLst/>
            <a:gdLst/>
            <a:ahLst/>
            <a:cxnLst/>
            <a:rect l="l" t="t" r="r" b="b"/>
            <a:pathLst>
              <a:path w="1074420" h="299720">
                <a:moveTo>
                  <a:pt x="74978" y="32280"/>
                </a:moveTo>
                <a:lnTo>
                  <a:pt x="72621" y="41406"/>
                </a:lnTo>
                <a:lnTo>
                  <a:pt x="1071753" y="299720"/>
                </a:lnTo>
                <a:lnTo>
                  <a:pt x="1074039" y="290576"/>
                </a:lnTo>
                <a:lnTo>
                  <a:pt x="74978" y="32280"/>
                </a:lnTo>
                <a:close/>
              </a:path>
              <a:path w="1074420" h="299720">
                <a:moveTo>
                  <a:pt x="83312" y="0"/>
                </a:moveTo>
                <a:lnTo>
                  <a:pt x="0" y="17780"/>
                </a:lnTo>
                <a:lnTo>
                  <a:pt x="64262" y="73787"/>
                </a:lnTo>
                <a:lnTo>
                  <a:pt x="72621" y="41406"/>
                </a:lnTo>
                <a:lnTo>
                  <a:pt x="60325" y="38227"/>
                </a:lnTo>
                <a:lnTo>
                  <a:pt x="62611" y="29083"/>
                </a:lnTo>
                <a:lnTo>
                  <a:pt x="75803" y="29083"/>
                </a:lnTo>
                <a:lnTo>
                  <a:pt x="83312" y="0"/>
                </a:lnTo>
                <a:close/>
              </a:path>
              <a:path w="1074420" h="299720">
                <a:moveTo>
                  <a:pt x="62611" y="29083"/>
                </a:moveTo>
                <a:lnTo>
                  <a:pt x="60325" y="38227"/>
                </a:lnTo>
                <a:lnTo>
                  <a:pt x="72621" y="41406"/>
                </a:lnTo>
                <a:lnTo>
                  <a:pt x="74978" y="32280"/>
                </a:lnTo>
                <a:lnTo>
                  <a:pt x="62611" y="29083"/>
                </a:lnTo>
                <a:close/>
              </a:path>
              <a:path w="1074420" h="299720">
                <a:moveTo>
                  <a:pt x="75803" y="29083"/>
                </a:moveTo>
                <a:lnTo>
                  <a:pt x="62611" y="29083"/>
                </a:lnTo>
                <a:lnTo>
                  <a:pt x="74978" y="32280"/>
                </a:lnTo>
                <a:lnTo>
                  <a:pt x="75803" y="29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706367" y="6662927"/>
            <a:ext cx="882396" cy="34137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77055" y="4506467"/>
            <a:ext cx="1205230" cy="344805"/>
          </a:xfrm>
          <a:custGeom>
            <a:avLst/>
            <a:gdLst/>
            <a:ahLst/>
            <a:cxnLst/>
            <a:rect l="l" t="t" r="r" b="b"/>
            <a:pathLst>
              <a:path w="1205229" h="344804">
                <a:moveTo>
                  <a:pt x="63753" y="271145"/>
                </a:moveTo>
                <a:lnTo>
                  <a:pt x="0" y="327660"/>
                </a:lnTo>
                <a:lnTo>
                  <a:pt x="83438" y="344678"/>
                </a:lnTo>
                <a:lnTo>
                  <a:pt x="75721" y="315849"/>
                </a:lnTo>
                <a:lnTo>
                  <a:pt x="62610" y="315849"/>
                </a:lnTo>
                <a:lnTo>
                  <a:pt x="60070" y="306578"/>
                </a:lnTo>
                <a:lnTo>
                  <a:pt x="72357" y="303281"/>
                </a:lnTo>
                <a:lnTo>
                  <a:pt x="63753" y="271145"/>
                </a:lnTo>
                <a:close/>
              </a:path>
              <a:path w="1205229" h="344804">
                <a:moveTo>
                  <a:pt x="72357" y="303281"/>
                </a:moveTo>
                <a:lnTo>
                  <a:pt x="60070" y="306578"/>
                </a:lnTo>
                <a:lnTo>
                  <a:pt x="62610" y="315849"/>
                </a:lnTo>
                <a:lnTo>
                  <a:pt x="74842" y="312565"/>
                </a:lnTo>
                <a:lnTo>
                  <a:pt x="72357" y="303281"/>
                </a:lnTo>
                <a:close/>
              </a:path>
              <a:path w="1205229" h="344804">
                <a:moveTo>
                  <a:pt x="74842" y="312565"/>
                </a:moveTo>
                <a:lnTo>
                  <a:pt x="62610" y="315849"/>
                </a:lnTo>
                <a:lnTo>
                  <a:pt x="75721" y="315849"/>
                </a:lnTo>
                <a:lnTo>
                  <a:pt x="74842" y="312565"/>
                </a:lnTo>
                <a:close/>
              </a:path>
              <a:path w="1205229" h="344804">
                <a:moveTo>
                  <a:pt x="1202689" y="0"/>
                </a:moveTo>
                <a:lnTo>
                  <a:pt x="72357" y="303281"/>
                </a:lnTo>
                <a:lnTo>
                  <a:pt x="74842" y="312565"/>
                </a:lnTo>
                <a:lnTo>
                  <a:pt x="1205230" y="9143"/>
                </a:lnTo>
                <a:lnTo>
                  <a:pt x="12026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151120" y="4317491"/>
            <a:ext cx="460248" cy="29565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80888" y="4299203"/>
            <a:ext cx="812291" cy="115366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631179" y="6487667"/>
            <a:ext cx="1223772" cy="61874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436620" y="1972055"/>
            <a:ext cx="440436" cy="29565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67911" y="1981199"/>
            <a:ext cx="851915" cy="39776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46094" y="2276347"/>
            <a:ext cx="76200" cy="305435"/>
          </a:xfrm>
          <a:custGeom>
            <a:avLst/>
            <a:gdLst/>
            <a:ahLst/>
            <a:cxnLst/>
            <a:rect l="l" t="t" r="r" b="b"/>
            <a:pathLst>
              <a:path w="76200" h="305435">
                <a:moveTo>
                  <a:pt x="0" y="225806"/>
                </a:moveTo>
                <a:lnTo>
                  <a:pt x="30733" y="305308"/>
                </a:lnTo>
                <a:lnTo>
                  <a:pt x="69876" y="242570"/>
                </a:lnTo>
                <a:lnTo>
                  <a:pt x="41528" y="242570"/>
                </a:lnTo>
                <a:lnTo>
                  <a:pt x="32003" y="241681"/>
                </a:lnTo>
                <a:lnTo>
                  <a:pt x="33212" y="228977"/>
                </a:lnTo>
                <a:lnTo>
                  <a:pt x="0" y="225806"/>
                </a:lnTo>
                <a:close/>
              </a:path>
              <a:path w="76200" h="305435">
                <a:moveTo>
                  <a:pt x="33212" y="228977"/>
                </a:moveTo>
                <a:lnTo>
                  <a:pt x="32003" y="241681"/>
                </a:lnTo>
                <a:lnTo>
                  <a:pt x="41528" y="242570"/>
                </a:lnTo>
                <a:lnTo>
                  <a:pt x="42729" y="229885"/>
                </a:lnTo>
                <a:lnTo>
                  <a:pt x="33212" y="228977"/>
                </a:lnTo>
                <a:close/>
              </a:path>
              <a:path w="76200" h="305435">
                <a:moveTo>
                  <a:pt x="42729" y="229885"/>
                </a:moveTo>
                <a:lnTo>
                  <a:pt x="41528" y="242570"/>
                </a:lnTo>
                <a:lnTo>
                  <a:pt x="69876" y="242570"/>
                </a:lnTo>
                <a:lnTo>
                  <a:pt x="75818" y="233045"/>
                </a:lnTo>
                <a:lnTo>
                  <a:pt x="42729" y="229885"/>
                </a:lnTo>
                <a:close/>
              </a:path>
              <a:path w="76200" h="305435">
                <a:moveTo>
                  <a:pt x="54990" y="0"/>
                </a:moveTo>
                <a:lnTo>
                  <a:pt x="33212" y="228977"/>
                </a:lnTo>
                <a:lnTo>
                  <a:pt x="42729" y="229885"/>
                </a:lnTo>
                <a:lnTo>
                  <a:pt x="64388" y="1015"/>
                </a:lnTo>
                <a:lnTo>
                  <a:pt x="549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87971" y="6734302"/>
            <a:ext cx="663575" cy="320040"/>
          </a:xfrm>
          <a:custGeom>
            <a:avLst/>
            <a:gdLst/>
            <a:ahLst/>
            <a:cxnLst/>
            <a:rect l="l" t="t" r="r" b="b"/>
            <a:pathLst>
              <a:path w="663575" h="320040">
                <a:moveTo>
                  <a:pt x="592610" y="30181"/>
                </a:moveTo>
                <a:lnTo>
                  <a:pt x="0" y="311403"/>
                </a:lnTo>
                <a:lnTo>
                  <a:pt x="4089" y="320039"/>
                </a:lnTo>
                <a:lnTo>
                  <a:pt x="596664" y="38697"/>
                </a:lnTo>
                <a:lnTo>
                  <a:pt x="592610" y="30181"/>
                </a:lnTo>
                <a:close/>
              </a:path>
              <a:path w="663575" h="320040">
                <a:moveTo>
                  <a:pt x="645480" y="24764"/>
                </a:moveTo>
                <a:lnTo>
                  <a:pt x="604024" y="24764"/>
                </a:lnTo>
                <a:lnTo>
                  <a:pt x="608088" y="33273"/>
                </a:lnTo>
                <a:lnTo>
                  <a:pt x="596664" y="38697"/>
                </a:lnTo>
                <a:lnTo>
                  <a:pt x="611009" y="68833"/>
                </a:lnTo>
                <a:lnTo>
                  <a:pt x="645480" y="24764"/>
                </a:lnTo>
                <a:close/>
              </a:path>
              <a:path w="663575" h="320040">
                <a:moveTo>
                  <a:pt x="604024" y="24764"/>
                </a:moveTo>
                <a:lnTo>
                  <a:pt x="592610" y="30181"/>
                </a:lnTo>
                <a:lnTo>
                  <a:pt x="596664" y="38697"/>
                </a:lnTo>
                <a:lnTo>
                  <a:pt x="608088" y="33273"/>
                </a:lnTo>
                <a:lnTo>
                  <a:pt x="604024" y="24764"/>
                </a:lnTo>
                <a:close/>
              </a:path>
              <a:path w="663575" h="320040">
                <a:moveTo>
                  <a:pt x="578243" y="0"/>
                </a:moveTo>
                <a:lnTo>
                  <a:pt x="592610" y="30181"/>
                </a:lnTo>
                <a:lnTo>
                  <a:pt x="604024" y="24764"/>
                </a:lnTo>
                <a:lnTo>
                  <a:pt x="645480" y="24764"/>
                </a:lnTo>
                <a:lnTo>
                  <a:pt x="663460" y="1777"/>
                </a:lnTo>
                <a:lnTo>
                  <a:pt x="578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919471" y="5647943"/>
            <a:ext cx="1153668" cy="63703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08347" y="5785103"/>
            <a:ext cx="611124" cy="2773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654300" y="2622676"/>
            <a:ext cx="651510" cy="108585"/>
          </a:xfrm>
          <a:custGeom>
            <a:avLst/>
            <a:gdLst/>
            <a:ahLst/>
            <a:cxnLst/>
            <a:rect l="l" t="t" r="r" b="b"/>
            <a:pathLst>
              <a:path w="651510" h="108585">
                <a:moveTo>
                  <a:pt x="575033" y="75389"/>
                </a:moveTo>
                <a:lnTo>
                  <a:pt x="571246" y="108585"/>
                </a:lnTo>
                <a:lnTo>
                  <a:pt x="651256" y="79375"/>
                </a:lnTo>
                <a:lnTo>
                  <a:pt x="647355" y="76835"/>
                </a:lnTo>
                <a:lnTo>
                  <a:pt x="587629" y="76835"/>
                </a:lnTo>
                <a:lnTo>
                  <a:pt x="575033" y="75389"/>
                </a:lnTo>
                <a:close/>
              </a:path>
              <a:path w="651510" h="108585">
                <a:moveTo>
                  <a:pt x="576106" y="65983"/>
                </a:moveTo>
                <a:lnTo>
                  <a:pt x="575033" y="75389"/>
                </a:lnTo>
                <a:lnTo>
                  <a:pt x="587629" y="76835"/>
                </a:lnTo>
                <a:lnTo>
                  <a:pt x="588772" y="67437"/>
                </a:lnTo>
                <a:lnTo>
                  <a:pt x="576106" y="65983"/>
                </a:lnTo>
                <a:close/>
              </a:path>
              <a:path w="651510" h="108585">
                <a:moveTo>
                  <a:pt x="579882" y="32893"/>
                </a:moveTo>
                <a:lnTo>
                  <a:pt x="576106" y="65983"/>
                </a:lnTo>
                <a:lnTo>
                  <a:pt x="588772" y="67437"/>
                </a:lnTo>
                <a:lnTo>
                  <a:pt x="587629" y="76835"/>
                </a:lnTo>
                <a:lnTo>
                  <a:pt x="647355" y="76835"/>
                </a:lnTo>
                <a:lnTo>
                  <a:pt x="579882" y="32893"/>
                </a:lnTo>
                <a:close/>
              </a:path>
              <a:path w="651510" h="108585">
                <a:moveTo>
                  <a:pt x="1016" y="0"/>
                </a:moveTo>
                <a:lnTo>
                  <a:pt x="0" y="9398"/>
                </a:lnTo>
                <a:lnTo>
                  <a:pt x="575033" y="75389"/>
                </a:lnTo>
                <a:lnTo>
                  <a:pt x="576106" y="65983"/>
                </a:lnTo>
                <a:lnTo>
                  <a:pt x="10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20724" y="1999487"/>
            <a:ext cx="932815" cy="637540"/>
          </a:xfrm>
          <a:custGeom>
            <a:avLst/>
            <a:gdLst/>
            <a:ahLst/>
            <a:cxnLst/>
            <a:rect l="l" t="t" r="r" b="b"/>
            <a:pathLst>
              <a:path w="932814" h="637539">
                <a:moveTo>
                  <a:pt x="0" y="637031"/>
                </a:moveTo>
                <a:lnTo>
                  <a:pt x="932688" y="637031"/>
                </a:lnTo>
                <a:lnTo>
                  <a:pt x="932688" y="0"/>
                </a:lnTo>
                <a:lnTo>
                  <a:pt x="0" y="0"/>
                </a:lnTo>
                <a:lnTo>
                  <a:pt x="0" y="637031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052827" y="2470403"/>
            <a:ext cx="652780" cy="352425"/>
          </a:xfrm>
          <a:custGeom>
            <a:avLst/>
            <a:gdLst/>
            <a:ahLst/>
            <a:cxnLst/>
            <a:rect l="l" t="t" r="r" b="b"/>
            <a:pathLst>
              <a:path w="652780" h="352425">
                <a:moveTo>
                  <a:pt x="326136" y="0"/>
                </a:moveTo>
                <a:lnTo>
                  <a:pt x="267521" y="2837"/>
                </a:lnTo>
                <a:lnTo>
                  <a:pt x="212350" y="11019"/>
                </a:lnTo>
                <a:lnTo>
                  <a:pt x="161544" y="24045"/>
                </a:lnTo>
                <a:lnTo>
                  <a:pt x="116024" y="41417"/>
                </a:lnTo>
                <a:lnTo>
                  <a:pt x="76714" y="62637"/>
                </a:lnTo>
                <a:lnTo>
                  <a:pt x="44534" y="87206"/>
                </a:lnTo>
                <a:lnTo>
                  <a:pt x="5255" y="144397"/>
                </a:lnTo>
                <a:lnTo>
                  <a:pt x="0" y="176022"/>
                </a:lnTo>
                <a:lnTo>
                  <a:pt x="5255" y="207646"/>
                </a:lnTo>
                <a:lnTo>
                  <a:pt x="44534" y="264837"/>
                </a:lnTo>
                <a:lnTo>
                  <a:pt x="76714" y="289406"/>
                </a:lnTo>
                <a:lnTo>
                  <a:pt x="116024" y="310626"/>
                </a:lnTo>
                <a:lnTo>
                  <a:pt x="161544" y="327998"/>
                </a:lnTo>
                <a:lnTo>
                  <a:pt x="212350" y="341024"/>
                </a:lnTo>
                <a:lnTo>
                  <a:pt x="267521" y="349206"/>
                </a:lnTo>
                <a:lnTo>
                  <a:pt x="326136" y="352044"/>
                </a:lnTo>
                <a:lnTo>
                  <a:pt x="384750" y="349206"/>
                </a:lnTo>
                <a:lnTo>
                  <a:pt x="439921" y="341024"/>
                </a:lnTo>
                <a:lnTo>
                  <a:pt x="490728" y="327998"/>
                </a:lnTo>
                <a:lnTo>
                  <a:pt x="536247" y="310626"/>
                </a:lnTo>
                <a:lnTo>
                  <a:pt x="575557" y="289406"/>
                </a:lnTo>
                <a:lnTo>
                  <a:pt x="607737" y="264837"/>
                </a:lnTo>
                <a:lnTo>
                  <a:pt x="647016" y="207646"/>
                </a:lnTo>
                <a:lnTo>
                  <a:pt x="652272" y="176022"/>
                </a:lnTo>
                <a:lnTo>
                  <a:pt x="647016" y="144397"/>
                </a:lnTo>
                <a:lnTo>
                  <a:pt x="607737" y="87206"/>
                </a:lnTo>
                <a:lnTo>
                  <a:pt x="575557" y="62637"/>
                </a:lnTo>
                <a:lnTo>
                  <a:pt x="536247" y="41417"/>
                </a:lnTo>
                <a:lnTo>
                  <a:pt x="490728" y="24045"/>
                </a:lnTo>
                <a:lnTo>
                  <a:pt x="439921" y="11019"/>
                </a:lnTo>
                <a:lnTo>
                  <a:pt x="384750" y="2837"/>
                </a:lnTo>
                <a:lnTo>
                  <a:pt x="3261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052827" y="2470403"/>
            <a:ext cx="652780" cy="352425"/>
          </a:xfrm>
          <a:custGeom>
            <a:avLst/>
            <a:gdLst/>
            <a:ahLst/>
            <a:cxnLst/>
            <a:rect l="l" t="t" r="r" b="b"/>
            <a:pathLst>
              <a:path w="652780" h="352425">
                <a:moveTo>
                  <a:pt x="0" y="176022"/>
                </a:moveTo>
                <a:lnTo>
                  <a:pt x="20407" y="114626"/>
                </a:lnTo>
                <a:lnTo>
                  <a:pt x="76714" y="62637"/>
                </a:lnTo>
                <a:lnTo>
                  <a:pt x="116024" y="41417"/>
                </a:lnTo>
                <a:lnTo>
                  <a:pt x="161544" y="24045"/>
                </a:lnTo>
                <a:lnTo>
                  <a:pt x="212350" y="11019"/>
                </a:lnTo>
                <a:lnTo>
                  <a:pt x="267521" y="2837"/>
                </a:lnTo>
                <a:lnTo>
                  <a:pt x="326136" y="0"/>
                </a:lnTo>
                <a:lnTo>
                  <a:pt x="384750" y="2837"/>
                </a:lnTo>
                <a:lnTo>
                  <a:pt x="439921" y="11019"/>
                </a:lnTo>
                <a:lnTo>
                  <a:pt x="490728" y="24045"/>
                </a:lnTo>
                <a:lnTo>
                  <a:pt x="536247" y="41417"/>
                </a:lnTo>
                <a:lnTo>
                  <a:pt x="575557" y="62637"/>
                </a:lnTo>
                <a:lnTo>
                  <a:pt x="607737" y="87206"/>
                </a:lnTo>
                <a:lnTo>
                  <a:pt x="647016" y="144397"/>
                </a:lnTo>
                <a:lnTo>
                  <a:pt x="652272" y="176022"/>
                </a:lnTo>
                <a:lnTo>
                  <a:pt x="647016" y="207646"/>
                </a:lnTo>
                <a:lnTo>
                  <a:pt x="607737" y="264837"/>
                </a:lnTo>
                <a:lnTo>
                  <a:pt x="575557" y="289406"/>
                </a:lnTo>
                <a:lnTo>
                  <a:pt x="536247" y="310626"/>
                </a:lnTo>
                <a:lnTo>
                  <a:pt x="490728" y="327998"/>
                </a:lnTo>
                <a:lnTo>
                  <a:pt x="439921" y="341024"/>
                </a:lnTo>
                <a:lnTo>
                  <a:pt x="384750" y="349206"/>
                </a:lnTo>
                <a:lnTo>
                  <a:pt x="326136" y="352044"/>
                </a:lnTo>
                <a:lnTo>
                  <a:pt x="267521" y="349206"/>
                </a:lnTo>
                <a:lnTo>
                  <a:pt x="212350" y="341024"/>
                </a:lnTo>
                <a:lnTo>
                  <a:pt x="161544" y="327998"/>
                </a:lnTo>
                <a:lnTo>
                  <a:pt x="116024" y="310626"/>
                </a:lnTo>
                <a:lnTo>
                  <a:pt x="76714" y="289406"/>
                </a:lnTo>
                <a:lnTo>
                  <a:pt x="44534" y="264837"/>
                </a:lnTo>
                <a:lnTo>
                  <a:pt x="5255" y="207646"/>
                </a:lnTo>
                <a:lnTo>
                  <a:pt x="0" y="17602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299717" y="2025142"/>
            <a:ext cx="1184910" cy="6870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458470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Lim</a:t>
            </a:r>
            <a:r>
              <a:rPr sz="1100" spc="-5" dirty="0">
                <a:latin typeface="Calibri"/>
                <a:cs typeface="Calibri"/>
              </a:rPr>
              <a:t>p</a:t>
            </a:r>
            <a:r>
              <a:rPr sz="1100" dirty="0">
                <a:latin typeface="Calibri"/>
                <a:cs typeface="Calibri"/>
              </a:rPr>
              <a:t>i</a:t>
            </a:r>
            <a:r>
              <a:rPr sz="1100" spc="-5" dirty="0">
                <a:latin typeface="Calibri"/>
                <a:cs typeface="Calibri"/>
              </a:rPr>
              <a:t>n</a:t>
            </a:r>
            <a:r>
              <a:rPr sz="1100" dirty="0">
                <a:latin typeface="Calibri"/>
                <a:cs typeface="Calibri"/>
              </a:rPr>
              <a:t>w</a:t>
            </a:r>
            <a:r>
              <a:rPr sz="1100" spc="0" dirty="0">
                <a:latin typeface="Calibri"/>
                <a:cs typeface="Calibri"/>
              </a:rPr>
              <a:t>oo</a:t>
            </a:r>
            <a:r>
              <a:rPr sz="1100" dirty="0">
                <a:latin typeface="Calibri"/>
                <a:cs typeface="Calibri"/>
              </a:rPr>
              <a:t>d  3467-3469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7157-7159</a:t>
            </a:r>
          </a:p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900" spc="-5" dirty="0">
                <a:latin typeface="Calibri"/>
                <a:cs typeface="Calibri"/>
              </a:rPr>
              <a:t>7175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099540" y="4510896"/>
            <a:ext cx="99060" cy="172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50" dirty="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67" name="object 67"/>
          <p:cNvGraphicFramePr>
            <a:graphicFrameLocks noGrp="1"/>
          </p:cNvGraphicFramePr>
          <p:nvPr/>
        </p:nvGraphicFramePr>
        <p:xfrm>
          <a:off x="4176394" y="3726212"/>
          <a:ext cx="690880" cy="805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50"/>
                        </a:spcBef>
                      </a:pPr>
                      <a:r>
                        <a:rPr sz="950" spc="30" dirty="0">
                          <a:latin typeface="Arial"/>
                          <a:cs typeface="Arial"/>
                        </a:rPr>
                        <a:t>Chincogen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R="5715" algn="ctr">
                        <a:lnSpc>
                          <a:spcPts val="1110"/>
                        </a:lnSpc>
                        <a:spcBef>
                          <a:spcPts val="50"/>
                        </a:spcBef>
                      </a:pPr>
                      <a:r>
                        <a:rPr sz="950" spc="25" dirty="0">
                          <a:latin typeface="Arial"/>
                          <a:cs typeface="Arial"/>
                        </a:rPr>
                        <a:t>7148-7200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R="5715" algn="ctr">
                        <a:lnSpc>
                          <a:spcPts val="1110"/>
                        </a:lnSpc>
                        <a:spcBef>
                          <a:spcPts val="50"/>
                        </a:spcBef>
                      </a:pPr>
                      <a:r>
                        <a:rPr sz="950" spc="25" dirty="0">
                          <a:latin typeface="Arial"/>
                          <a:cs typeface="Arial"/>
                        </a:rPr>
                        <a:t>7530-7584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12700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R="5715" algn="ctr">
                        <a:lnSpc>
                          <a:spcPts val="1110"/>
                        </a:lnSpc>
                        <a:spcBef>
                          <a:spcPts val="50"/>
                        </a:spcBef>
                      </a:pPr>
                      <a:r>
                        <a:rPr sz="950" spc="25" dirty="0">
                          <a:latin typeface="Arial"/>
                          <a:cs typeface="Arial"/>
                        </a:rPr>
                        <a:t>7470-7473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3175" algn="ctr">
                        <a:lnSpc>
                          <a:spcPts val="1060"/>
                        </a:lnSpc>
                        <a:spcBef>
                          <a:spcPts val="140"/>
                        </a:spcBef>
                      </a:pPr>
                      <a:r>
                        <a:rPr sz="950" spc="40" dirty="0">
                          <a:latin typeface="Arial"/>
                          <a:cs typeface="Arial"/>
                        </a:rPr>
                        <a:t>3450-3490</a:t>
                      </a:r>
                      <a:endParaRPr sz="950" dirty="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" name="Rectangle 67">
            <a:extLst>
              <a:ext uri="{FF2B5EF4-FFF2-40B4-BE49-F238E27FC236}">
                <a16:creationId xmlns:a16="http://schemas.microsoft.com/office/drawing/2014/main" id="{05334B48-15DC-469B-8E67-02E5CDFD2C5E}"/>
              </a:ext>
            </a:extLst>
          </p:cNvPr>
          <p:cNvSpPr/>
          <p:nvPr/>
        </p:nvSpPr>
        <p:spPr>
          <a:xfrm>
            <a:off x="5644578" y="4317491"/>
            <a:ext cx="653034" cy="17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800" b="1" dirty="0" err="1">
                <a:solidFill>
                  <a:schemeClr val="tx1"/>
                </a:solidFill>
              </a:rPr>
              <a:t>Tuckombil</a:t>
            </a:r>
            <a:endParaRPr lang="en-AU" sz="800" b="1" dirty="0">
              <a:solidFill>
                <a:schemeClr val="tx1"/>
              </a:solidFill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94BF947-A82F-4814-B6DC-829B016A0245}"/>
              </a:ext>
            </a:extLst>
          </p:cNvPr>
          <p:cNvSpPr/>
          <p:nvPr/>
        </p:nvSpPr>
        <p:spPr>
          <a:xfrm>
            <a:off x="563880" y="4460531"/>
            <a:ext cx="6416040" cy="2035667"/>
          </a:xfrm>
          <a:custGeom>
            <a:avLst/>
            <a:gdLst>
              <a:gd name="connsiteX0" fmla="*/ 0 w 6416040"/>
              <a:gd name="connsiteY0" fmla="*/ 4789 h 2035667"/>
              <a:gd name="connsiteX1" fmla="*/ 975360 w 6416040"/>
              <a:gd name="connsiteY1" fmla="*/ 157189 h 2035667"/>
              <a:gd name="connsiteX2" fmla="*/ 1249680 w 6416040"/>
              <a:gd name="connsiteY2" fmla="*/ 1041109 h 2035667"/>
              <a:gd name="connsiteX3" fmla="*/ 2415540 w 6416040"/>
              <a:gd name="connsiteY3" fmla="*/ 1292569 h 2035667"/>
              <a:gd name="connsiteX4" fmla="*/ 4693920 w 6416040"/>
              <a:gd name="connsiteY4" fmla="*/ 2031709 h 2035667"/>
              <a:gd name="connsiteX5" fmla="*/ 6416040 w 6416040"/>
              <a:gd name="connsiteY5" fmla="*/ 1604989 h 2035667"/>
              <a:gd name="connsiteX6" fmla="*/ 6416040 w 6416040"/>
              <a:gd name="connsiteY6" fmla="*/ 1604989 h 203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6040" h="2035667">
                <a:moveTo>
                  <a:pt x="0" y="4789"/>
                </a:moveTo>
                <a:cubicBezTo>
                  <a:pt x="383540" y="-5371"/>
                  <a:pt x="767080" y="-15531"/>
                  <a:pt x="975360" y="157189"/>
                </a:cubicBezTo>
                <a:cubicBezTo>
                  <a:pt x="1183640" y="329909"/>
                  <a:pt x="1009650" y="851879"/>
                  <a:pt x="1249680" y="1041109"/>
                </a:cubicBezTo>
                <a:cubicBezTo>
                  <a:pt x="1489710" y="1230339"/>
                  <a:pt x="1841500" y="1127469"/>
                  <a:pt x="2415540" y="1292569"/>
                </a:cubicBezTo>
                <a:cubicBezTo>
                  <a:pt x="2989580" y="1457669"/>
                  <a:pt x="4027170" y="1979639"/>
                  <a:pt x="4693920" y="2031709"/>
                </a:cubicBezTo>
                <a:cubicBezTo>
                  <a:pt x="5360670" y="2083779"/>
                  <a:pt x="6416040" y="1604989"/>
                  <a:pt x="6416040" y="1604989"/>
                </a:cubicBezTo>
                <a:lnTo>
                  <a:pt x="6416040" y="1604989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649E10-C6D2-4683-9511-D6E0BE2F54CE}"/>
              </a:ext>
            </a:extLst>
          </p:cNvPr>
          <p:cNvSpPr txBox="1"/>
          <p:nvPr/>
        </p:nvSpPr>
        <p:spPr>
          <a:xfrm>
            <a:off x="693168" y="4082361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OOHB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702611-DD05-42F2-9026-F9729BD71ED4}"/>
              </a:ext>
            </a:extLst>
          </p:cNvPr>
          <p:cNvSpPr txBox="1"/>
          <p:nvPr/>
        </p:nvSpPr>
        <p:spPr>
          <a:xfrm>
            <a:off x="693168" y="4531161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OOHS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5AAA4C-DC58-496C-B45A-ECCFECFFC40D}"/>
              </a:ext>
            </a:extLst>
          </p:cNvPr>
          <p:cNvSpPr txBox="1"/>
          <p:nvPr/>
        </p:nvSpPr>
        <p:spPr>
          <a:xfrm>
            <a:off x="5170170" y="2207311"/>
            <a:ext cx="1241805" cy="33855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FF0000"/>
                </a:solidFill>
              </a:rPr>
              <a:t>Tweed UDP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2E75F5C-F0D1-4263-B065-6BE5371D996F}"/>
              </a:ext>
            </a:extLst>
          </p:cNvPr>
          <p:cNvCxnSpPr>
            <a:cxnSpLocks/>
          </p:cNvCxnSpPr>
          <p:nvPr/>
        </p:nvCxnSpPr>
        <p:spPr>
          <a:xfrm flipV="1">
            <a:off x="4692038" y="2506981"/>
            <a:ext cx="467101" cy="6502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DB9C8E3-1360-4E62-9EDC-B269FE4F4E11}"/>
              </a:ext>
            </a:extLst>
          </p:cNvPr>
          <p:cNvCxnSpPr>
            <a:cxnSpLocks/>
          </p:cNvCxnSpPr>
          <p:nvPr/>
        </p:nvCxnSpPr>
        <p:spPr>
          <a:xfrm flipV="1">
            <a:off x="4868203" y="3997172"/>
            <a:ext cx="467101" cy="6502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58C4F025-B761-4A7B-842C-2275E3FB1D91}"/>
              </a:ext>
            </a:extLst>
          </p:cNvPr>
          <p:cNvSpPr txBox="1"/>
          <p:nvPr/>
        </p:nvSpPr>
        <p:spPr>
          <a:xfrm>
            <a:off x="5350192" y="3802126"/>
            <a:ext cx="1241805" cy="33855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FF0000"/>
                </a:solidFill>
              </a:rPr>
              <a:t>Byron UDP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2F8B2D-59AE-4DD5-A899-AFFD24A2DCDB}"/>
              </a:ext>
            </a:extLst>
          </p:cNvPr>
          <p:cNvSpPr txBox="1"/>
          <p:nvPr/>
        </p:nvSpPr>
        <p:spPr>
          <a:xfrm>
            <a:off x="86002" y="6125490"/>
            <a:ext cx="448984" cy="33855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FF0000"/>
                </a:solidFill>
              </a:rPr>
              <a:t>3G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A0AA8C9-7947-4AC8-B38B-3A2347ECCDBB}"/>
              </a:ext>
            </a:extLst>
          </p:cNvPr>
          <p:cNvCxnSpPr>
            <a:cxnSpLocks/>
          </p:cNvCxnSpPr>
          <p:nvPr/>
        </p:nvCxnSpPr>
        <p:spPr>
          <a:xfrm flipH="1" flipV="1">
            <a:off x="501650" y="6284976"/>
            <a:ext cx="301242" cy="9791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49664BC-2587-4909-BCDD-47FA367D0899}"/>
              </a:ext>
            </a:extLst>
          </p:cNvPr>
          <p:cNvSpPr txBox="1"/>
          <p:nvPr/>
        </p:nvSpPr>
        <p:spPr>
          <a:xfrm>
            <a:off x="5930519" y="7400288"/>
            <a:ext cx="583563" cy="33855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FF0000"/>
                </a:solidFill>
              </a:rPr>
              <a:t>UDP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F4AB21D-D6D9-48C6-B274-D18057365530}"/>
              </a:ext>
            </a:extLst>
          </p:cNvPr>
          <p:cNvCxnSpPr>
            <a:cxnSpLocks/>
            <a:stCxn id="54" idx="2"/>
            <a:endCxn id="79" idx="0"/>
          </p:cNvCxnSpPr>
          <p:nvPr/>
        </p:nvCxnSpPr>
        <p:spPr>
          <a:xfrm flipH="1">
            <a:off x="6222301" y="7106411"/>
            <a:ext cx="20764" cy="293877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32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Richard Gardiner</cp:lastModifiedBy>
  <cp:revision>5</cp:revision>
  <dcterms:created xsi:type="dcterms:W3CDTF">2019-02-20T00:10:25Z</dcterms:created>
  <dcterms:modified xsi:type="dcterms:W3CDTF">2019-02-20T00:57:46Z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2018-10-11T00:00:00Z</vt:filetime>
  </property>
  <property fmtid="{D5CDD505-2E9C-101B-9397-08002B2CF9AE}" pid="3" name="LastSaved">
    <vt:filetime>2019-02-20T00:00:00Z</vt:filetime>
  </property>
</Properties>
</file>